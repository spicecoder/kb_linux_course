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82" r:id="rId4"/>
    <p:sldId id="284" r:id="rId5"/>
    <p:sldId id="283" r:id="rId6"/>
    <p:sldId id="285" r:id="rId7"/>
    <p:sldId id="286" r:id="rId8"/>
    <p:sldId id="277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2" autoAdjust="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147" y="3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E0076A1-4633-427E-80A2-B22C1DF8D9F4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AFF36552-F254-4873-A666-0A61A890350F}">
      <dgm:prSet/>
      <dgm:spPr/>
      <dgm:t>
        <a:bodyPr/>
        <a:lstStyle/>
        <a:p>
          <a:r>
            <a:rPr lang="en-AU"/>
            <a:t>Adb –the debug bridge </a:t>
          </a:r>
          <a:endParaRPr lang="en-US"/>
        </a:p>
      </dgm:t>
    </dgm:pt>
    <dgm:pt modelId="{73937FAD-14C3-4896-9A28-1C38EE2E9E55}" type="parTrans" cxnId="{9FD7EE10-20B2-4796-8EC2-75A3942E732E}">
      <dgm:prSet/>
      <dgm:spPr/>
      <dgm:t>
        <a:bodyPr/>
        <a:lstStyle/>
        <a:p>
          <a:endParaRPr lang="en-US"/>
        </a:p>
      </dgm:t>
    </dgm:pt>
    <dgm:pt modelId="{CAEC39DD-0063-4248-B6C1-762064A53D11}" type="sibTrans" cxnId="{9FD7EE10-20B2-4796-8EC2-75A3942E732E}">
      <dgm:prSet/>
      <dgm:spPr/>
      <dgm:t>
        <a:bodyPr/>
        <a:lstStyle/>
        <a:p>
          <a:endParaRPr lang="en-US"/>
        </a:p>
      </dgm:t>
    </dgm:pt>
    <dgm:pt modelId="{7E12721A-B8C2-4BCA-87E9-27117F7323EA}">
      <dgm:prSet/>
      <dgm:spPr/>
      <dgm:t>
        <a:bodyPr/>
        <a:lstStyle/>
        <a:p>
          <a:r>
            <a:rPr lang="en-AU"/>
            <a:t>Provides a bridge to Android linux kernel </a:t>
          </a:r>
          <a:endParaRPr lang="en-US"/>
        </a:p>
      </dgm:t>
    </dgm:pt>
    <dgm:pt modelId="{1D5EA8F2-014F-40C1-8788-DB7332C44C73}" type="parTrans" cxnId="{BDD66A54-7351-4EC7-B62E-901DFE0ABE37}">
      <dgm:prSet/>
      <dgm:spPr/>
      <dgm:t>
        <a:bodyPr/>
        <a:lstStyle/>
        <a:p>
          <a:endParaRPr lang="en-US"/>
        </a:p>
      </dgm:t>
    </dgm:pt>
    <dgm:pt modelId="{1A6A586E-87A0-4EF3-BD6F-6F433F880104}" type="sibTrans" cxnId="{BDD66A54-7351-4EC7-B62E-901DFE0ABE37}">
      <dgm:prSet/>
      <dgm:spPr/>
      <dgm:t>
        <a:bodyPr/>
        <a:lstStyle/>
        <a:p>
          <a:endParaRPr lang="en-US"/>
        </a:p>
      </dgm:t>
    </dgm:pt>
    <dgm:pt modelId="{1EE5DA33-EFDC-4EBA-9406-FAB57F6F6966}">
      <dgm:prSet/>
      <dgm:spPr/>
      <dgm:t>
        <a:bodyPr/>
        <a:lstStyle/>
        <a:p>
          <a:r>
            <a:rPr lang="en-AU"/>
            <a:t>Make sure </a:t>
          </a:r>
          <a:r>
            <a:rPr lang="en-AU" err="1"/>
            <a:t>andoid</a:t>
          </a:r>
          <a:r>
            <a:rPr lang="en-AU"/>
            <a:t> </a:t>
          </a:r>
          <a:r>
            <a:rPr lang="en-AU" err="1"/>
            <a:t>sdk</a:t>
          </a:r>
          <a:r>
            <a:rPr lang="en-AU"/>
            <a:t> is in your path /shell profile </a:t>
          </a:r>
          <a:endParaRPr lang="en-US"/>
        </a:p>
      </dgm:t>
    </dgm:pt>
    <dgm:pt modelId="{FBD0E57F-9EE3-458B-A6A2-E0B606DF2E09}" type="parTrans" cxnId="{B374ADA0-997B-4A78-BFD0-7F549F0B84B7}">
      <dgm:prSet/>
      <dgm:spPr/>
      <dgm:t>
        <a:bodyPr/>
        <a:lstStyle/>
        <a:p>
          <a:endParaRPr lang="en-US"/>
        </a:p>
      </dgm:t>
    </dgm:pt>
    <dgm:pt modelId="{DAE2FB97-146B-4BBE-BCDC-D9F9D39A5BBA}" type="sibTrans" cxnId="{B374ADA0-997B-4A78-BFD0-7F549F0B84B7}">
      <dgm:prSet/>
      <dgm:spPr/>
      <dgm:t>
        <a:bodyPr/>
        <a:lstStyle/>
        <a:p>
          <a:endParaRPr lang="en-US"/>
        </a:p>
      </dgm:t>
    </dgm:pt>
    <dgm:pt modelId="{DB55E09F-B30A-41CF-A5AC-A3AEAF23499B}">
      <dgm:prSet/>
      <dgm:spPr/>
      <dgm:t>
        <a:bodyPr/>
        <a:lstStyle/>
        <a:p>
          <a:r>
            <a:rPr lang="en-US"/>
            <a:t>Not meant for App dev</a:t>
          </a:r>
        </a:p>
      </dgm:t>
    </dgm:pt>
    <dgm:pt modelId="{1707E08D-F766-43D9-BE94-3CE4273A0A9E}" type="parTrans" cxnId="{EB2D1856-04A2-4464-B387-B5E354060EAD}">
      <dgm:prSet/>
      <dgm:spPr/>
    </dgm:pt>
    <dgm:pt modelId="{1A6D9AD2-60DC-45F4-B25D-178621820379}" type="sibTrans" cxnId="{EB2D1856-04A2-4464-B387-B5E354060EAD}">
      <dgm:prSet/>
      <dgm:spPr/>
      <dgm:t>
        <a:bodyPr/>
        <a:lstStyle/>
        <a:p>
          <a:endParaRPr lang="en-US"/>
        </a:p>
      </dgm:t>
    </dgm:pt>
    <dgm:pt modelId="{F9B54AB9-7933-4666-B39E-0A7AD8447670}" type="pres">
      <dgm:prSet presAssocID="{7E0076A1-4633-427E-80A2-B22C1DF8D9F4}" presName="outerComposite" presStyleCnt="0">
        <dgm:presLayoutVars>
          <dgm:chMax val="5"/>
          <dgm:dir/>
          <dgm:resizeHandles val="exact"/>
        </dgm:presLayoutVars>
      </dgm:prSet>
      <dgm:spPr/>
    </dgm:pt>
    <dgm:pt modelId="{EC5EA54F-4849-4BC8-949C-A1C1A56B7088}" type="pres">
      <dgm:prSet presAssocID="{7E0076A1-4633-427E-80A2-B22C1DF8D9F4}" presName="dummyMaxCanvas" presStyleCnt="0">
        <dgm:presLayoutVars/>
      </dgm:prSet>
      <dgm:spPr/>
    </dgm:pt>
    <dgm:pt modelId="{90C0B6C8-8015-43ED-998B-F3C495403FC7}" type="pres">
      <dgm:prSet presAssocID="{7E0076A1-4633-427E-80A2-B22C1DF8D9F4}" presName="FourNodes_1" presStyleLbl="node1" presStyleIdx="0" presStyleCnt="4">
        <dgm:presLayoutVars>
          <dgm:bulletEnabled val="1"/>
        </dgm:presLayoutVars>
      </dgm:prSet>
      <dgm:spPr/>
    </dgm:pt>
    <dgm:pt modelId="{0FFF2FFB-1593-4D60-B9B3-E63F60B57144}" type="pres">
      <dgm:prSet presAssocID="{7E0076A1-4633-427E-80A2-B22C1DF8D9F4}" presName="FourNodes_2" presStyleLbl="node1" presStyleIdx="1" presStyleCnt="4">
        <dgm:presLayoutVars>
          <dgm:bulletEnabled val="1"/>
        </dgm:presLayoutVars>
      </dgm:prSet>
      <dgm:spPr/>
    </dgm:pt>
    <dgm:pt modelId="{0D8999BB-FF23-4F93-A14C-BA85C3923824}" type="pres">
      <dgm:prSet presAssocID="{7E0076A1-4633-427E-80A2-B22C1DF8D9F4}" presName="FourNodes_3" presStyleLbl="node1" presStyleIdx="2" presStyleCnt="4">
        <dgm:presLayoutVars>
          <dgm:bulletEnabled val="1"/>
        </dgm:presLayoutVars>
      </dgm:prSet>
      <dgm:spPr/>
    </dgm:pt>
    <dgm:pt modelId="{A6DEFE96-81F2-4969-980C-B76E3FE43C3B}" type="pres">
      <dgm:prSet presAssocID="{7E0076A1-4633-427E-80A2-B22C1DF8D9F4}" presName="FourNodes_4" presStyleLbl="node1" presStyleIdx="3" presStyleCnt="4">
        <dgm:presLayoutVars>
          <dgm:bulletEnabled val="1"/>
        </dgm:presLayoutVars>
      </dgm:prSet>
      <dgm:spPr/>
    </dgm:pt>
    <dgm:pt modelId="{96ABE83B-D21C-43A4-A5ED-A199663F2F21}" type="pres">
      <dgm:prSet presAssocID="{7E0076A1-4633-427E-80A2-B22C1DF8D9F4}" presName="FourConn_1-2" presStyleLbl="fgAccFollowNode1" presStyleIdx="0" presStyleCnt="3">
        <dgm:presLayoutVars>
          <dgm:bulletEnabled val="1"/>
        </dgm:presLayoutVars>
      </dgm:prSet>
      <dgm:spPr/>
    </dgm:pt>
    <dgm:pt modelId="{9491A153-4082-4E51-958E-4C33E4D64A22}" type="pres">
      <dgm:prSet presAssocID="{7E0076A1-4633-427E-80A2-B22C1DF8D9F4}" presName="FourConn_2-3" presStyleLbl="fgAccFollowNode1" presStyleIdx="1" presStyleCnt="3">
        <dgm:presLayoutVars>
          <dgm:bulletEnabled val="1"/>
        </dgm:presLayoutVars>
      </dgm:prSet>
      <dgm:spPr/>
    </dgm:pt>
    <dgm:pt modelId="{B920A2D7-DA97-42B6-BD9C-FAAA7B31DD04}" type="pres">
      <dgm:prSet presAssocID="{7E0076A1-4633-427E-80A2-B22C1DF8D9F4}" presName="FourConn_3-4" presStyleLbl="fgAccFollowNode1" presStyleIdx="2" presStyleCnt="3">
        <dgm:presLayoutVars>
          <dgm:bulletEnabled val="1"/>
        </dgm:presLayoutVars>
      </dgm:prSet>
      <dgm:spPr/>
    </dgm:pt>
    <dgm:pt modelId="{9D4C0526-B6D5-4B9E-A6BB-DD2D5C9C733D}" type="pres">
      <dgm:prSet presAssocID="{7E0076A1-4633-427E-80A2-B22C1DF8D9F4}" presName="FourNodes_1_text" presStyleLbl="node1" presStyleIdx="3" presStyleCnt="4">
        <dgm:presLayoutVars>
          <dgm:bulletEnabled val="1"/>
        </dgm:presLayoutVars>
      </dgm:prSet>
      <dgm:spPr/>
    </dgm:pt>
    <dgm:pt modelId="{7C836938-98E2-49DA-9B1A-167D28D06EE6}" type="pres">
      <dgm:prSet presAssocID="{7E0076A1-4633-427E-80A2-B22C1DF8D9F4}" presName="FourNodes_2_text" presStyleLbl="node1" presStyleIdx="3" presStyleCnt="4">
        <dgm:presLayoutVars>
          <dgm:bulletEnabled val="1"/>
        </dgm:presLayoutVars>
      </dgm:prSet>
      <dgm:spPr/>
    </dgm:pt>
    <dgm:pt modelId="{A3805F76-A395-424A-B649-0CADBF3259C5}" type="pres">
      <dgm:prSet presAssocID="{7E0076A1-4633-427E-80A2-B22C1DF8D9F4}" presName="FourNodes_3_text" presStyleLbl="node1" presStyleIdx="3" presStyleCnt="4">
        <dgm:presLayoutVars>
          <dgm:bulletEnabled val="1"/>
        </dgm:presLayoutVars>
      </dgm:prSet>
      <dgm:spPr/>
    </dgm:pt>
    <dgm:pt modelId="{7F27B667-2BA8-4D87-A469-8B02E2901789}" type="pres">
      <dgm:prSet presAssocID="{7E0076A1-4633-427E-80A2-B22C1DF8D9F4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790FC10C-1950-40D9-BE68-377DA10D7A01}" type="presOf" srcId="{AFF36552-F254-4873-A666-0A61A890350F}" destId="{90C0B6C8-8015-43ED-998B-F3C495403FC7}" srcOrd="0" destOrd="0" presId="urn:microsoft.com/office/officeart/2005/8/layout/vProcess5"/>
    <dgm:cxn modelId="{9FD7EE10-20B2-4796-8EC2-75A3942E732E}" srcId="{7E0076A1-4633-427E-80A2-B22C1DF8D9F4}" destId="{AFF36552-F254-4873-A666-0A61A890350F}" srcOrd="0" destOrd="0" parTransId="{73937FAD-14C3-4896-9A28-1C38EE2E9E55}" sibTransId="{CAEC39DD-0063-4248-B6C1-762064A53D11}"/>
    <dgm:cxn modelId="{F572D139-272D-4CEA-A603-635611CB21DB}" type="presOf" srcId="{1EE5DA33-EFDC-4EBA-9406-FAB57F6F6966}" destId="{0D8999BB-FF23-4F93-A14C-BA85C3923824}" srcOrd="0" destOrd="0" presId="urn:microsoft.com/office/officeart/2005/8/layout/vProcess5"/>
    <dgm:cxn modelId="{5C908B5C-714A-4E7F-87F9-B6C1E0D5D542}" type="presOf" srcId="{1EE5DA33-EFDC-4EBA-9406-FAB57F6F6966}" destId="{A3805F76-A395-424A-B649-0CADBF3259C5}" srcOrd="1" destOrd="0" presId="urn:microsoft.com/office/officeart/2005/8/layout/vProcess5"/>
    <dgm:cxn modelId="{74E3AF4D-EF4A-4EE6-B88C-5A7F4FE0F0B2}" type="presOf" srcId="{DAE2FB97-146B-4BBE-BCDC-D9F9D39A5BBA}" destId="{B920A2D7-DA97-42B6-BD9C-FAAA7B31DD04}" srcOrd="0" destOrd="0" presId="urn:microsoft.com/office/officeart/2005/8/layout/vProcess5"/>
    <dgm:cxn modelId="{BDD66A54-7351-4EC7-B62E-901DFE0ABE37}" srcId="{7E0076A1-4633-427E-80A2-B22C1DF8D9F4}" destId="{7E12721A-B8C2-4BCA-87E9-27117F7323EA}" srcOrd="1" destOrd="0" parTransId="{1D5EA8F2-014F-40C1-8788-DB7332C44C73}" sibTransId="{1A6A586E-87A0-4EF3-BD6F-6F433F880104}"/>
    <dgm:cxn modelId="{EB2D1856-04A2-4464-B387-B5E354060EAD}" srcId="{7E0076A1-4633-427E-80A2-B22C1DF8D9F4}" destId="{DB55E09F-B30A-41CF-A5AC-A3AEAF23499B}" srcOrd="3" destOrd="0" parTransId="{1707E08D-F766-43D9-BE94-3CE4273A0A9E}" sibTransId="{1A6D9AD2-60DC-45F4-B25D-178621820379}"/>
    <dgm:cxn modelId="{B374ADA0-997B-4A78-BFD0-7F549F0B84B7}" srcId="{7E0076A1-4633-427E-80A2-B22C1DF8D9F4}" destId="{1EE5DA33-EFDC-4EBA-9406-FAB57F6F6966}" srcOrd="2" destOrd="0" parTransId="{FBD0E57F-9EE3-458B-A6A2-E0B606DF2E09}" sibTransId="{DAE2FB97-146B-4BBE-BCDC-D9F9D39A5BBA}"/>
    <dgm:cxn modelId="{6C12D4A1-90C6-4189-A59E-F2C97C43F395}" type="presOf" srcId="{7E12721A-B8C2-4BCA-87E9-27117F7323EA}" destId="{0FFF2FFB-1593-4D60-B9B3-E63F60B57144}" srcOrd="0" destOrd="0" presId="urn:microsoft.com/office/officeart/2005/8/layout/vProcess5"/>
    <dgm:cxn modelId="{9B64E8A1-21C3-4A47-815A-E1BF29538257}" type="presOf" srcId="{DB55E09F-B30A-41CF-A5AC-A3AEAF23499B}" destId="{7F27B667-2BA8-4D87-A469-8B02E2901789}" srcOrd="1" destOrd="0" presId="urn:microsoft.com/office/officeart/2005/8/layout/vProcess5"/>
    <dgm:cxn modelId="{7EFAB9A6-8150-49D7-B41E-4074D0B62AB0}" type="presOf" srcId="{DB55E09F-B30A-41CF-A5AC-A3AEAF23499B}" destId="{A6DEFE96-81F2-4969-980C-B76E3FE43C3B}" srcOrd="0" destOrd="0" presId="urn:microsoft.com/office/officeart/2005/8/layout/vProcess5"/>
    <dgm:cxn modelId="{1F2C80A7-9B9C-4E3D-8C95-46F149E3D3B7}" type="presOf" srcId="{CAEC39DD-0063-4248-B6C1-762064A53D11}" destId="{96ABE83B-D21C-43A4-A5ED-A199663F2F21}" srcOrd="0" destOrd="0" presId="urn:microsoft.com/office/officeart/2005/8/layout/vProcess5"/>
    <dgm:cxn modelId="{758B5BB3-BBB2-47B2-BD4F-28FA26ADBE34}" type="presOf" srcId="{1A6A586E-87A0-4EF3-BD6F-6F433F880104}" destId="{9491A153-4082-4E51-958E-4C33E4D64A22}" srcOrd="0" destOrd="0" presId="urn:microsoft.com/office/officeart/2005/8/layout/vProcess5"/>
    <dgm:cxn modelId="{53F59EC4-F870-4BA7-9350-76D3CFC4074C}" type="presOf" srcId="{7E12721A-B8C2-4BCA-87E9-27117F7323EA}" destId="{7C836938-98E2-49DA-9B1A-167D28D06EE6}" srcOrd="1" destOrd="0" presId="urn:microsoft.com/office/officeart/2005/8/layout/vProcess5"/>
    <dgm:cxn modelId="{2DBC05EA-769B-496E-8AD1-EB98AA882EFC}" type="presOf" srcId="{7E0076A1-4633-427E-80A2-B22C1DF8D9F4}" destId="{F9B54AB9-7933-4666-B39E-0A7AD8447670}" srcOrd="0" destOrd="0" presId="urn:microsoft.com/office/officeart/2005/8/layout/vProcess5"/>
    <dgm:cxn modelId="{6D63E8FD-4190-4F41-9F91-4C712DF91D9F}" type="presOf" srcId="{AFF36552-F254-4873-A666-0A61A890350F}" destId="{9D4C0526-B6D5-4B9E-A6BB-DD2D5C9C733D}" srcOrd="1" destOrd="0" presId="urn:microsoft.com/office/officeart/2005/8/layout/vProcess5"/>
    <dgm:cxn modelId="{D134D0BF-F68E-4F39-A3C9-10B2D32D1A9B}" type="presParOf" srcId="{F9B54AB9-7933-4666-B39E-0A7AD8447670}" destId="{EC5EA54F-4849-4BC8-949C-A1C1A56B7088}" srcOrd="0" destOrd="0" presId="urn:microsoft.com/office/officeart/2005/8/layout/vProcess5"/>
    <dgm:cxn modelId="{3466A4B0-B335-439E-A8CD-539BB580E1DA}" type="presParOf" srcId="{F9B54AB9-7933-4666-B39E-0A7AD8447670}" destId="{90C0B6C8-8015-43ED-998B-F3C495403FC7}" srcOrd="1" destOrd="0" presId="urn:microsoft.com/office/officeart/2005/8/layout/vProcess5"/>
    <dgm:cxn modelId="{2923D758-9381-4F4D-9EED-756404BFAB51}" type="presParOf" srcId="{F9B54AB9-7933-4666-B39E-0A7AD8447670}" destId="{0FFF2FFB-1593-4D60-B9B3-E63F60B57144}" srcOrd="2" destOrd="0" presId="urn:microsoft.com/office/officeart/2005/8/layout/vProcess5"/>
    <dgm:cxn modelId="{6E0D6D1F-06EE-4684-BF62-F387015BD7EC}" type="presParOf" srcId="{F9B54AB9-7933-4666-B39E-0A7AD8447670}" destId="{0D8999BB-FF23-4F93-A14C-BA85C3923824}" srcOrd="3" destOrd="0" presId="urn:microsoft.com/office/officeart/2005/8/layout/vProcess5"/>
    <dgm:cxn modelId="{8A04893B-3D5F-4DC6-B165-A0EAA57B1D7B}" type="presParOf" srcId="{F9B54AB9-7933-4666-B39E-0A7AD8447670}" destId="{A6DEFE96-81F2-4969-980C-B76E3FE43C3B}" srcOrd="4" destOrd="0" presId="urn:microsoft.com/office/officeart/2005/8/layout/vProcess5"/>
    <dgm:cxn modelId="{AFB74A31-CD83-4E66-A7BF-B212E0D7896F}" type="presParOf" srcId="{F9B54AB9-7933-4666-B39E-0A7AD8447670}" destId="{96ABE83B-D21C-43A4-A5ED-A199663F2F21}" srcOrd="5" destOrd="0" presId="urn:microsoft.com/office/officeart/2005/8/layout/vProcess5"/>
    <dgm:cxn modelId="{DD0A0106-3ADD-4D94-95D4-54F1B2DA0B27}" type="presParOf" srcId="{F9B54AB9-7933-4666-B39E-0A7AD8447670}" destId="{9491A153-4082-4E51-958E-4C33E4D64A22}" srcOrd="6" destOrd="0" presId="urn:microsoft.com/office/officeart/2005/8/layout/vProcess5"/>
    <dgm:cxn modelId="{DAB35C6E-513D-41CE-B9A5-4F01F90C16D7}" type="presParOf" srcId="{F9B54AB9-7933-4666-B39E-0A7AD8447670}" destId="{B920A2D7-DA97-42B6-BD9C-FAAA7B31DD04}" srcOrd="7" destOrd="0" presId="urn:microsoft.com/office/officeart/2005/8/layout/vProcess5"/>
    <dgm:cxn modelId="{E9D5293A-8CDD-4AA7-8CB5-40EC5C46E88E}" type="presParOf" srcId="{F9B54AB9-7933-4666-B39E-0A7AD8447670}" destId="{9D4C0526-B6D5-4B9E-A6BB-DD2D5C9C733D}" srcOrd="8" destOrd="0" presId="urn:microsoft.com/office/officeart/2005/8/layout/vProcess5"/>
    <dgm:cxn modelId="{242825CB-5B8F-4989-939C-D11BB5355049}" type="presParOf" srcId="{F9B54AB9-7933-4666-B39E-0A7AD8447670}" destId="{7C836938-98E2-49DA-9B1A-167D28D06EE6}" srcOrd="9" destOrd="0" presId="urn:microsoft.com/office/officeart/2005/8/layout/vProcess5"/>
    <dgm:cxn modelId="{1FACD87F-8B1B-41E4-B1E5-4922D72819C7}" type="presParOf" srcId="{F9B54AB9-7933-4666-B39E-0A7AD8447670}" destId="{A3805F76-A395-424A-B649-0CADBF3259C5}" srcOrd="10" destOrd="0" presId="urn:microsoft.com/office/officeart/2005/8/layout/vProcess5"/>
    <dgm:cxn modelId="{26616186-E4D6-4F15-9B1B-4918D185E5C6}" type="presParOf" srcId="{F9B54AB9-7933-4666-B39E-0A7AD8447670}" destId="{7F27B667-2BA8-4D87-A469-8B02E2901789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C0B6C8-8015-43ED-998B-F3C495403FC7}">
      <dsp:nvSpPr>
        <dsp:cNvPr id="0" name=""/>
        <dsp:cNvSpPr/>
      </dsp:nvSpPr>
      <dsp:spPr>
        <a:xfrm>
          <a:off x="0" y="0"/>
          <a:ext cx="5438831" cy="81514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2100" kern="1200"/>
            <a:t>Adb –the debug bridge </a:t>
          </a:r>
          <a:endParaRPr lang="en-US" sz="2100" kern="1200"/>
        </a:p>
      </dsp:txBody>
      <dsp:txXfrm>
        <a:off x="23875" y="23875"/>
        <a:ext cx="4490342" cy="767397"/>
      </dsp:txXfrm>
    </dsp:sp>
    <dsp:sp modelId="{0FFF2FFB-1593-4D60-B9B3-E63F60B57144}">
      <dsp:nvSpPr>
        <dsp:cNvPr id="0" name=""/>
        <dsp:cNvSpPr/>
      </dsp:nvSpPr>
      <dsp:spPr>
        <a:xfrm>
          <a:off x="455502" y="963356"/>
          <a:ext cx="5438831" cy="815147"/>
        </a:xfrm>
        <a:prstGeom prst="roundRect">
          <a:avLst>
            <a:gd name="adj" fmla="val 10000"/>
          </a:avLst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2100" kern="1200"/>
            <a:t>Provides a bridge to Android linux kernel </a:t>
          </a:r>
          <a:endParaRPr lang="en-US" sz="2100" kern="1200"/>
        </a:p>
      </dsp:txBody>
      <dsp:txXfrm>
        <a:off x="479377" y="987231"/>
        <a:ext cx="4405733" cy="767397"/>
      </dsp:txXfrm>
    </dsp:sp>
    <dsp:sp modelId="{0D8999BB-FF23-4F93-A14C-BA85C3923824}">
      <dsp:nvSpPr>
        <dsp:cNvPr id="0" name=""/>
        <dsp:cNvSpPr/>
      </dsp:nvSpPr>
      <dsp:spPr>
        <a:xfrm>
          <a:off x="904205" y="1926712"/>
          <a:ext cx="5438831" cy="815147"/>
        </a:xfrm>
        <a:prstGeom prst="roundRect">
          <a:avLst>
            <a:gd name="adj" fmla="val 10000"/>
          </a:avLst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2100" kern="1200"/>
            <a:t>Make sure </a:t>
          </a:r>
          <a:r>
            <a:rPr lang="en-AU" sz="2100" kern="1200" err="1"/>
            <a:t>andoid</a:t>
          </a:r>
          <a:r>
            <a:rPr lang="en-AU" sz="2100" kern="1200"/>
            <a:t> </a:t>
          </a:r>
          <a:r>
            <a:rPr lang="en-AU" sz="2100" kern="1200" err="1"/>
            <a:t>sdk</a:t>
          </a:r>
          <a:r>
            <a:rPr lang="en-AU" sz="2100" kern="1200"/>
            <a:t> is in your path /shell profile </a:t>
          </a:r>
          <a:endParaRPr lang="en-US" sz="2100" kern="1200"/>
        </a:p>
      </dsp:txBody>
      <dsp:txXfrm>
        <a:off x="928080" y="1950587"/>
        <a:ext cx="4412531" cy="767397"/>
      </dsp:txXfrm>
    </dsp:sp>
    <dsp:sp modelId="{A6DEFE96-81F2-4969-980C-B76E3FE43C3B}">
      <dsp:nvSpPr>
        <dsp:cNvPr id="0" name=""/>
        <dsp:cNvSpPr/>
      </dsp:nvSpPr>
      <dsp:spPr>
        <a:xfrm>
          <a:off x="1359707" y="2890069"/>
          <a:ext cx="5438831" cy="815147"/>
        </a:xfrm>
        <a:prstGeom prst="roundRect">
          <a:avLst>
            <a:gd name="adj" fmla="val 10000"/>
          </a:avLst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Not meant for App dev</a:t>
          </a:r>
        </a:p>
      </dsp:txBody>
      <dsp:txXfrm>
        <a:off x="1383582" y="2913944"/>
        <a:ext cx="4405733" cy="767397"/>
      </dsp:txXfrm>
    </dsp:sp>
    <dsp:sp modelId="{96ABE83B-D21C-43A4-A5ED-A199663F2F21}">
      <dsp:nvSpPr>
        <dsp:cNvPr id="0" name=""/>
        <dsp:cNvSpPr/>
      </dsp:nvSpPr>
      <dsp:spPr>
        <a:xfrm>
          <a:off x="4908985" y="624329"/>
          <a:ext cx="529846" cy="529846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5028200" y="624329"/>
        <a:ext cx="291416" cy="398709"/>
      </dsp:txXfrm>
    </dsp:sp>
    <dsp:sp modelId="{9491A153-4082-4E51-958E-4C33E4D64A22}">
      <dsp:nvSpPr>
        <dsp:cNvPr id="0" name=""/>
        <dsp:cNvSpPr/>
      </dsp:nvSpPr>
      <dsp:spPr>
        <a:xfrm>
          <a:off x="5364487" y="1587685"/>
          <a:ext cx="529846" cy="529846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2512910"/>
            <a:satOff val="-2189"/>
            <a:lumOff val="-3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2512910"/>
              <a:satOff val="-2189"/>
              <a:lumOff val="-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5483702" y="1587685"/>
        <a:ext cx="291416" cy="398709"/>
      </dsp:txXfrm>
    </dsp:sp>
    <dsp:sp modelId="{B920A2D7-DA97-42B6-BD9C-FAAA7B31DD04}">
      <dsp:nvSpPr>
        <dsp:cNvPr id="0" name=""/>
        <dsp:cNvSpPr/>
      </dsp:nvSpPr>
      <dsp:spPr>
        <a:xfrm>
          <a:off x="5813190" y="2551041"/>
          <a:ext cx="529846" cy="529846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5025821"/>
            <a:satOff val="-4378"/>
            <a:lumOff val="-6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5025821"/>
              <a:satOff val="-4378"/>
              <a:lumOff val="-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5932405" y="2551041"/>
        <a:ext cx="291416" cy="39870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D2B45A-91AE-4BFF-B50C-0439ADA6CD8C}" type="datetimeFigureOut">
              <a:rPr lang="en-AU" smtClean="0"/>
              <a:t>23/11/2025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6EB11E-93E6-4D3F-AE59-CDEF210DB59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292233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picecoder/IS_ITTP_Shell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Welcome — </a:t>
            </a:r>
            <a:r>
              <a:rPr lang="en-AU" dirty="0"/>
              <a:t>KB Linux Foundation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Adopted Linux Course </a:t>
            </a:r>
          </a:p>
          <a:p>
            <a:r>
              <a:rPr lang="en-AU" dirty="0"/>
              <a:t>For Intention Space  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0253557" y="6400800"/>
            <a:ext cx="1816523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i="1">
                <a:solidFill>
                  <a:srgbClr val="787878"/>
                </a:solidFill>
              </a:defRPr>
            </a:pPr>
            <a:r>
              <a:rPr lang="en-AU" dirty="0"/>
              <a:t> KB Linux Foundation </a:t>
            </a:r>
            <a:r>
              <a:rPr dirty="0"/>
              <a:t>•    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012" y="327026"/>
            <a:ext cx="10277183" cy="1662783"/>
          </a:xfrm>
        </p:spPr>
        <p:txBody>
          <a:bodyPr anchor="ctr">
            <a:normAutofit/>
          </a:bodyPr>
          <a:lstStyle/>
          <a:p>
            <a:r>
              <a:rPr lang="en-AU" sz="3600" dirty="0"/>
              <a:t>Where IS The PROCESS  &amp; Where Is The STATE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50490" y="6400800"/>
            <a:ext cx="231959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000" i="1">
                <a:solidFill>
                  <a:srgbClr val="787878"/>
                </a:solidFill>
              </a:defRPr>
            </a:pPr>
            <a:r>
              <a:rPr lang="en-AU" sz="1000"/>
              <a:t>KB Linux Foundation •    Slide 2</a:t>
            </a:r>
          </a:p>
        </p:txBody>
      </p:sp>
      <p:pic>
        <p:nvPicPr>
          <p:cNvPr id="9" name="Picture 8" descr="A diagram of a computer system&#10;&#10;AI-generated content may be incorrect.">
            <a:extLst>
              <a:ext uri="{FF2B5EF4-FFF2-40B4-BE49-F238E27FC236}">
                <a16:creationId xmlns:a16="http://schemas.microsoft.com/office/drawing/2014/main" id="{592A744C-40B2-AD4A-3C32-D266302F34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6890" y="1989809"/>
            <a:ext cx="5782482" cy="476316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374D0A-BAEF-09BA-735C-A9BE5F609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0430" y="583345"/>
            <a:ext cx="7160357" cy="416482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 defTabSz="914400">
              <a:lnSpc>
                <a:spcPct val="90000"/>
              </a:lnSpc>
            </a:pPr>
            <a:r>
              <a:rPr lang="en-US" sz="8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IPTP SHELL</a:t>
            </a:r>
          </a:p>
        </p:txBody>
      </p:sp>
      <p:sp>
        <p:nvSpPr>
          <p:cNvPr id="10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0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2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65084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3B6DD-2F84-714A-8EF0-531E3E306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IPTP shell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7DF5A7-EC37-DADC-42E8-F7B11400EB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err="1"/>
              <a:t>Github</a:t>
            </a:r>
            <a:r>
              <a:rPr lang="en-AU" dirty="0"/>
              <a:t> </a:t>
            </a:r>
            <a:r>
              <a:rPr lang="en-AU" dirty="0">
                <a:hlinkClick r:id="rId2"/>
              </a:rPr>
              <a:t>https://github.com/spicecoder/IS_ITTP_Shell</a:t>
            </a:r>
            <a:r>
              <a:rPr lang="en-AU" dirty="0"/>
              <a:t> </a:t>
            </a:r>
          </a:p>
          <a:p>
            <a:r>
              <a:rPr lang="en-AU" dirty="0"/>
              <a:t>IPTP protocol is based on Pulses</a:t>
            </a:r>
          </a:p>
          <a:p>
            <a:r>
              <a:rPr lang="en-AU" dirty="0"/>
              <a:t>Intentions carry a bunch of Pulses</a:t>
            </a:r>
          </a:p>
          <a:p>
            <a:r>
              <a:rPr lang="en-AU" dirty="0"/>
              <a:t>Pulses are basic unit of interaction between machines and between man -machine</a:t>
            </a:r>
          </a:p>
        </p:txBody>
      </p:sp>
    </p:spTree>
    <p:extLst>
      <p:ext uri="{BB962C8B-B14F-4D97-AF65-F5344CB8AC3E}">
        <p14:creationId xmlns:p14="http://schemas.microsoft.com/office/powerpoint/2010/main" val="12067284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E2BA2BD9-7B54-4190-8F06-3EF3658A00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84F9D61-9303-40B4-9F7E-66A9B4EDC4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416414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robot with a face">
            <a:extLst>
              <a:ext uri="{FF2B5EF4-FFF2-40B4-BE49-F238E27FC236}">
                <a16:creationId xmlns:a16="http://schemas.microsoft.com/office/drawing/2014/main" id="{9DFABF01-7439-6AB5-20D9-6685BB9315F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184"/>
          <a:stretch>
            <a:fillRect/>
          </a:stretch>
        </p:blipFill>
        <p:spPr>
          <a:xfrm>
            <a:off x="-1" y="-1"/>
            <a:ext cx="11416413" cy="6858001"/>
          </a:xfrm>
          <a:prstGeom prst="rect">
            <a:avLst/>
          </a:prstGeom>
          <a:effectLst>
            <a:outerShdw blurRad="596900" dist="330200" dir="8820000" sx="87000" sy="87000" algn="ctr" rotWithShape="0">
              <a:srgbClr val="000000">
                <a:alpha val="29000"/>
              </a:srgbClr>
            </a:outerShdw>
          </a:effectLst>
        </p:spPr>
      </p:pic>
      <p:sp>
        <p:nvSpPr>
          <p:cNvPr id="13" name="Overlay">
            <a:extLst>
              <a:ext uri="{FF2B5EF4-FFF2-40B4-BE49-F238E27FC236}">
                <a16:creationId xmlns:a16="http://schemas.microsoft.com/office/drawing/2014/main" id="{648D746A-0359-4EAE-8CF9-062E28169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258714" y="258715"/>
            <a:ext cx="6858000" cy="6340569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8FF491-10C6-CC3D-4F7C-D3AF0BEB7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58" y="1948171"/>
            <a:ext cx="4501057" cy="266131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800" dirty="0">
                <a:solidFill>
                  <a:srgbClr val="FFFFFF"/>
                </a:solidFill>
              </a:rPr>
              <a:t>Android </a:t>
            </a:r>
            <a:r>
              <a:rPr lang="en-US" sz="4800" dirty="0" err="1">
                <a:solidFill>
                  <a:srgbClr val="FFFFFF"/>
                </a:solidFill>
              </a:rPr>
              <a:t>adb</a:t>
            </a:r>
            <a:r>
              <a:rPr lang="en-US" sz="4800" dirty="0">
                <a:solidFill>
                  <a:srgbClr val="FFFFFF"/>
                </a:solidFill>
              </a:rPr>
              <a:t> shell</a:t>
            </a:r>
          </a:p>
        </p:txBody>
      </p:sp>
    </p:spTree>
    <p:extLst>
      <p:ext uri="{BB962C8B-B14F-4D97-AF65-F5344CB8AC3E}">
        <p14:creationId xmlns:p14="http://schemas.microsoft.com/office/powerpoint/2010/main" val="39290659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E51BA4DF-2BD4-4EC2-B1DB-B27C8AC71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E2206B-ED1B-891D-FEB1-2DF43FF8D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3733" y="548464"/>
            <a:ext cx="6798541" cy="1675623"/>
          </a:xfrm>
        </p:spPr>
        <p:txBody>
          <a:bodyPr anchor="b">
            <a:normAutofit/>
          </a:bodyPr>
          <a:lstStyle/>
          <a:p>
            <a:r>
              <a:rPr lang="en-AU" sz="4000"/>
              <a:t>Android SDK </a:t>
            </a:r>
          </a:p>
        </p:txBody>
      </p:sp>
      <p:pic>
        <p:nvPicPr>
          <p:cNvPr id="21" name="Picture 20" descr="Close-up of a screen&#10;&#10;AI-generated content may be incorrect.">
            <a:extLst>
              <a:ext uri="{FF2B5EF4-FFF2-40B4-BE49-F238E27FC236}">
                <a16:creationId xmlns:a16="http://schemas.microsoft.com/office/drawing/2014/main" id="{B0EACFC4-18B4-39EB-E853-FA55FB2995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881" r="48273" b="-1"/>
          <a:stretch>
            <a:fillRect/>
          </a:stretch>
        </p:blipFill>
        <p:spPr>
          <a:xfrm>
            <a:off x="1" y="10"/>
            <a:ext cx="4196496" cy="6857990"/>
          </a:xfrm>
          <a:prstGeom prst="rect">
            <a:avLst/>
          </a:prstGeom>
          <a:effectLst/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039DEA0-35B6-8126-7F30-9DA0B39F965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29371121"/>
              </p:ext>
            </p:extLst>
          </p:nvPr>
        </p:nvGraphicFramePr>
        <p:xfrm>
          <a:off x="4553734" y="2409830"/>
          <a:ext cx="6798539" cy="37052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6065963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Shell floating on light leaf concept">
            <a:extLst>
              <a:ext uri="{FF2B5EF4-FFF2-40B4-BE49-F238E27FC236}">
                <a16:creationId xmlns:a16="http://schemas.microsoft.com/office/drawing/2014/main" id="{D4ADADEC-C9F3-ABFE-9CA9-A7C9DBF08E2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" b="15488"/>
          <a:stretch>
            <a:fillRect/>
          </a:stretch>
        </p:blipFill>
        <p:spPr>
          <a:xfrm>
            <a:off x="-3447" y="-1"/>
            <a:ext cx="12195447" cy="6879745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4D60F200-5EB0-B223-2439-C96C67F0F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589414" y="-733991"/>
            <a:ext cx="3020876" cy="12206596"/>
          </a:xfrm>
          <a:prstGeom prst="rect">
            <a:avLst/>
          </a:prstGeom>
          <a:gradFill flip="none" rotWithShape="1">
            <a:gsLst>
              <a:gs pos="21000">
                <a:srgbClr val="000000">
                  <a:alpha val="62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567EA8-C72D-4B9B-D23F-6B2E9F9C9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446" y="0"/>
            <a:ext cx="2843402" cy="6879745"/>
          </a:xfrm>
          <a:prstGeom prst="rect">
            <a:avLst/>
          </a:prstGeom>
          <a:gradFill flip="none" rotWithShape="1">
            <a:gsLst>
              <a:gs pos="5000">
                <a:schemeClr val="accent2"/>
              </a:gs>
              <a:gs pos="49000">
                <a:schemeClr val="accent5">
                  <a:lumMod val="60000"/>
                  <a:lumOff val="40000"/>
                  <a:alpha val="0"/>
                </a:schemeClr>
              </a:gs>
            </a:gsLst>
            <a:lin ang="9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EFBFA78-9360-1E01-5448-6D5AE0A326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9038704" y="21736"/>
            <a:ext cx="3152862" cy="6858008"/>
          </a:xfrm>
          <a:prstGeom prst="rect">
            <a:avLst/>
          </a:prstGeom>
          <a:gradFill flip="none" rotWithShape="1">
            <a:gsLst>
              <a:gs pos="5000">
                <a:schemeClr val="accent5">
                  <a:alpha val="48000"/>
                </a:schemeClr>
              </a:gs>
              <a:gs pos="42000">
                <a:schemeClr val="accent5">
                  <a:alpha val="0"/>
                </a:schemeClr>
              </a:gs>
            </a:gsLst>
            <a:lin ang="1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740453C-744F-DB3A-47EC-15EACE1DC1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447" y="5288433"/>
            <a:ext cx="12199706" cy="1591311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49000">
                <a:schemeClr val="accent2">
                  <a:alpha val="0"/>
                </a:schemeClr>
              </a:gs>
            </a:gsLst>
            <a:lin ang="588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6924B03-77BD-EAE3-2854-43363FF8E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84596" y="2224929"/>
            <a:ext cx="3866773" cy="5442859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54000">
                <a:schemeClr val="accent5">
                  <a:lumMod val="60000"/>
                  <a:lumOff val="40000"/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16E1C6-C78A-0625-9F0D-7175B8245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028" y="4121944"/>
            <a:ext cx="7927785" cy="162066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000" dirty="0">
                <a:solidFill>
                  <a:srgbClr val="FFFFFF"/>
                </a:solidFill>
              </a:rPr>
              <a:t>Goal –IPTP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5688BE-A6DE-8FE2-B932-F83A608FE8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9028" y="5737867"/>
            <a:ext cx="7942381" cy="618479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2000" dirty="0">
                <a:solidFill>
                  <a:srgbClr val="FFFFFF"/>
                </a:solidFill>
              </a:rPr>
              <a:t>Shall make IPTP shell the main interface  for fast  app development </a:t>
            </a:r>
          </a:p>
        </p:txBody>
      </p:sp>
    </p:spTree>
    <p:extLst>
      <p:ext uri="{BB962C8B-B14F-4D97-AF65-F5344CB8AC3E}">
        <p14:creationId xmlns:p14="http://schemas.microsoft.com/office/powerpoint/2010/main" val="3300738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FB6CF-BF0D-DF48-0B2E-A7D735856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Why </a:t>
            </a:r>
            <a:r>
              <a:rPr lang="en-AU" dirty="0" err="1"/>
              <a:t>getmethere</a:t>
            </a:r>
            <a:r>
              <a:rPr lang="en-AU" dirty="0"/>
              <a:t> fails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FDCC9F-F5D2-D357-AFDB-2DB7440C46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Short kernel-level reason (one sentence)</a:t>
            </a:r>
          </a:p>
          <a:p>
            <a:r>
              <a:rPr lang="en-US" dirty="0"/>
              <a:t>The kernel attaches a current working directory pointer inside each process’s kernel task structure (</a:t>
            </a:r>
            <a:r>
              <a:rPr lang="en-US" dirty="0" err="1"/>
              <a:t>task_struct</a:t>
            </a:r>
            <a:r>
              <a:rPr lang="en-US" dirty="0"/>
              <a:t>). When the shell forks and execs a script, the child process has its own </a:t>
            </a:r>
            <a:r>
              <a:rPr lang="en-US" dirty="0" err="1"/>
              <a:t>task_struct</a:t>
            </a:r>
            <a:r>
              <a:rPr lang="en-US" dirty="0"/>
              <a:t>; changing </a:t>
            </a:r>
            <a:r>
              <a:rPr lang="en-US" dirty="0" err="1"/>
              <a:t>cwd</a:t>
            </a:r>
            <a:r>
              <a:rPr lang="en-US" dirty="0"/>
              <a:t> in the child updates </a:t>
            </a:r>
            <a:r>
              <a:rPr lang="en-US" i="1" dirty="0"/>
              <a:t>that</a:t>
            </a:r>
            <a:r>
              <a:rPr lang="en-US" dirty="0"/>
              <a:t> process’s kernel state only — the parent’s </a:t>
            </a:r>
            <a:r>
              <a:rPr lang="en-US" dirty="0" err="1"/>
              <a:t>task_struct</a:t>
            </a:r>
            <a:r>
              <a:rPr lang="en-US" dirty="0"/>
              <a:t> stays unchanged.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556052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9066</TotalTime>
  <Words>192</Words>
  <Application>Microsoft Office PowerPoint</Application>
  <PresentationFormat>Widescreen</PresentationFormat>
  <Paragraphs>23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Arial</vt:lpstr>
      <vt:lpstr>Calibri</vt:lpstr>
      <vt:lpstr>Office Theme</vt:lpstr>
      <vt:lpstr>Welcome — KB Linux Foundation</vt:lpstr>
      <vt:lpstr>Where IS The PROCESS  &amp; Where Is The STATE ?</vt:lpstr>
      <vt:lpstr>IPTP SHELL</vt:lpstr>
      <vt:lpstr>IPTP shell </vt:lpstr>
      <vt:lpstr>Android adb shell</vt:lpstr>
      <vt:lpstr>Android SDK </vt:lpstr>
      <vt:lpstr>Goal –IPTP </vt:lpstr>
      <vt:lpstr>Why getmethere fails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Pronab Pal</dc:creator>
  <cp:keywords/>
  <dc:description>generated using python-pptx</dc:description>
  <cp:lastModifiedBy>Pronab Pal</cp:lastModifiedBy>
  <cp:revision>11</cp:revision>
  <dcterms:created xsi:type="dcterms:W3CDTF">2013-01-27T09:14:16Z</dcterms:created>
  <dcterms:modified xsi:type="dcterms:W3CDTF">2025-11-24T02:48:17Z</dcterms:modified>
  <cp:category/>
</cp:coreProperties>
</file>