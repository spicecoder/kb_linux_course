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Relationship Id="rId35" Type="http://schemas.openxmlformats.org/officeDocument/2006/relationships/slide" Target="slides/slide28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teams to draw the chain on a whiteboard. Then show the answer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teams to implement the simple cron/script/watch flow during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— What is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Linux?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What is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Linux is an open-source kernel combined with userland tools to form an OS (a distro).</a:t>
            </a:r>
          </a:p>
          <a:p>
            <a:pPr>
              <a:defRPr sz="1600"/>
            </a:pPr>
            <a:r>
              <a:t>Example cmd: `uname -sr` shows kernel name and release.</a:t>
            </a:r>
          </a:p>
          <a:p>
            <a:pPr>
              <a:defRPr sz="1600"/>
            </a:pPr>
            <a:r>
              <a:t>Hands-on: Run `cat /etc/os-release` to see your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— What is a distro?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a distribution (distro)?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Distribution (distro)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distro packages the kernel with libraries, tools, package manager and defaults.</a:t>
            </a:r>
          </a:p>
          <a:p>
            <a:pPr>
              <a:defRPr sz="1600"/>
            </a:pPr>
            <a:r>
              <a:t>Examples: Ubuntu, Debian, Fedora, Arch.</a:t>
            </a:r>
          </a:p>
          <a:p>
            <a:pPr>
              <a:defRPr sz="1600"/>
            </a:pPr>
            <a:r>
              <a:t>Hands-on: `cat /etc/os-release`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— Filesystem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 you navigate the filesystem (pwd / ls / cd)?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Filesystem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`pwd` prints working directory, `ls` lists files (`ls -lah` for details).</a:t>
            </a:r>
          </a:p>
          <a:p>
            <a:pPr>
              <a:defRPr sz="1600"/>
            </a:pPr>
            <a:r>
              <a:t>`cd /path` changes directory, `cd` goes home, `~` is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—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Absolute vs relative paths — what's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Absolute paths start with `/` (root) e.g., `/etc/hosts`.</a:t>
            </a:r>
          </a:p>
          <a:p>
            <a:pPr>
              <a:defRPr sz="1600"/>
            </a:pPr>
            <a:r>
              <a:t>Relative paths are relative to CWD, e.g., `../otherdir/file`.</a:t>
            </a:r>
          </a:p>
          <a:p>
            <a:pPr>
              <a:defRPr sz="1600"/>
            </a:pPr>
            <a:r>
              <a:t>`~` expands to the user's home directory.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 —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 permissions work (rwx &amp; owners)?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Files have owner, group, other; shown as `rwxr-xr--`.</a:t>
            </a:r>
          </a:p>
          <a:p>
            <a:pPr>
              <a:defRPr sz="1600"/>
            </a:pPr>
            <a:r>
              <a:t>`ls -l` displays permissions; `chmod` changes them, `chown` changes owner.</a:t>
            </a:r>
          </a:p>
          <a:p>
            <a:pPr>
              <a:defRPr sz="1600"/>
            </a:pPr>
            <a:r>
              <a:t>Example: `chmod u+x script.sh` makes it executable.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 — sudo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`sudo` and why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sudo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`sudo` runs a command with elevated privileges (usually as root).</a:t>
            </a:r>
          </a:p>
          <a:p>
            <a:pPr>
              <a:defRPr sz="1600"/>
            </a:pPr>
            <a:r>
              <a:t>Use sparingly; check logs for security. Example: `sudo systemctl status ssh`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 —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 I view and manage processes?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`ps aux` lists processes; `top` or `htop` shows live resource use.</a:t>
            </a:r>
          </a:p>
          <a:p>
            <a:pPr>
              <a:defRPr sz="1600"/>
            </a:pPr>
            <a:r>
              <a:t>Kill with `kill &lt;pid&gt;` or `kill -9 &lt;pid&gt;` (force).</a:t>
            </a:r>
          </a:p>
          <a:p>
            <a:pPr>
              <a:defRPr sz="1600"/>
            </a:pPr>
            <a:r>
              <a:t>Find PIDs with `pgrep &lt;name&gt;`.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 — Package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does package management work (apt / yum / pacman)?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Different distros have different package managers: apt (Debian/Ubuntu), dnf/yum (Fedora/RHEL), pacman (Arch).</a:t>
            </a:r>
          </a:p>
          <a:p>
            <a:pPr>
              <a:defRPr sz="1600"/>
            </a:pPr>
            <a:r>
              <a:t>Example: `sudo apt update &amp;&amp; sudo apt install -y tree`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 — systemd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systemd and how do I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systemd (services)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systemd manages services/units and boot.</a:t>
            </a:r>
          </a:p>
          <a:p>
            <a:pPr>
              <a:defRPr sz="1600"/>
            </a:pPr>
            <a:r>
              <a:t>`systemctl start|stop|status &lt;service&gt;` controls services.</a:t>
            </a:r>
          </a:p>
          <a:p>
            <a:pPr>
              <a:defRPr sz="1600"/>
            </a:pPr>
            <a:r>
              <a:t>Enable service on boot: `sudo systemctl enable &lt;service&gt;`.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 — Networking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 I check IP addresses and use SSH?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Networking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`ip addr` shows interfaces/IPs; `ping host` checks reachability.</a:t>
            </a:r>
          </a:p>
          <a:p>
            <a:pPr>
              <a:defRPr sz="1600"/>
            </a:pPr>
            <a:r>
              <a:t>`ssh user@host` connects remotely; `ss -tuln` lists listening sockets.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 — Shell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are pipelines and redirection?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Pipelines &amp;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`|` pipes stdout to next command (`ps aux | grep ssh`).</a:t>
            </a:r>
          </a:p>
          <a:p>
            <a:pPr>
              <a:defRPr sz="1600"/>
            </a:pPr>
            <a:r>
              <a:t>`&gt;` redirects stdout to a file (overwrite), `&gt;&gt;` appends, `2&gt;` redirects stderr.</a:t>
            </a:r>
          </a:p>
          <a:p>
            <a:pPr>
              <a:defRPr sz="1600"/>
            </a:pPr>
            <a:r>
              <a:t>Example: `cmd &gt;out.txt 2&gt;err.txt`.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 — Basic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to remember for simple shell scripts?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Shell scripting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Start with `#!/bin/bash`, make executable `chmod +x script.sh`.</a:t>
            </a:r>
          </a:p>
          <a:p>
            <a:pPr>
              <a:defRPr sz="1600"/>
            </a:pPr>
            <a:r>
              <a:t>Use `set -euo pipefail` for safer scripts, quote variables like `"$var"`.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 — Scheduling jobs (cron)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 you automate recurring jobs with cron?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cron + example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Use `crontab -e` to edit your user cron jobs; cron uses the format: `min hour day month dow command`.</a:t>
            </a:r>
          </a:p>
          <a:p>
            <a:pPr>
              <a:defRPr sz="1600"/>
            </a:pPr>
            <a:r>
              <a:t>Example: Run a job every minute (for testing):</a:t>
            </a:r>
          </a:p>
          <a:p>
            <a:pPr>
              <a:defRPr sz="1600"/>
            </a:pPr>
            <a:r>
              <a:t>`* * * * * /home/user/bin/pulse-touch.sh`</a:t>
            </a:r>
          </a:p>
          <a:p>
            <a:pPr>
              <a:defRPr sz="1600"/>
            </a:pPr>
            <a:r>
              <a:t>Example script `/home/user/bin/pulse-touch.sh`:</a:t>
            </a:r>
          </a:p>
          <a:p>
            <a:pPr>
              <a:defRPr sz="1600"/>
            </a:pPr>
            <a:r>
              <a:t>```bash</a:t>
            </a:r>
            <a:br/>
            <a:r>
              <a:t>#!/bin/bash</a:t>
            </a:r>
            <a:br/>
            <a:r>
              <a:t># simple pulse: touch a file for other processes</a:t>
            </a:r>
            <a:br/>
            <a:r>
              <a:t>mkdir -p /tmp/intentix</a:t>
            </a:r>
            <a:br/>
            <a:r>
              <a:t>echo "pulse $(date -Is)" &gt;&gt; /tmp/intentix/pulse.log</a:t>
            </a:r>
            <a:br/>
            <a:r>
              <a:t>touch /tmp/intentix/pulse.trigger</a:t>
            </a:r>
            <a:br/>
            <a:r>
              <a:t>```</a:t>
            </a:r>
          </a:p>
          <a:p>
            <a:pPr>
              <a:defRPr sz="1600"/>
            </a:pPr>
            <a:r>
              <a:t>Make it executable: `chmod +x /home/user/bin/pulse-touch.sh`</a:t>
            </a:r>
          </a:p>
          <a:p>
            <a:pPr>
              <a:defRPr sz="1600"/>
            </a:pPr>
            <a:r>
              <a:t>Verify cron is running and view syslog or `journalctl` for cron/systemd timers.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Map a simple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Question: Map the flow for: cron -&gt; script writes file -&gt; consumer script reads file</a:t>
            </a:r>
            <a:br/>
            <a:r>
              <a:t>(Describe DN → Intention → Object → Intention → DN)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Mapping (sample answer)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Sample mapping:</a:t>
            </a:r>
          </a:p>
          <a:p>
            <a:pPr>
              <a:defRPr sz="1600"/>
            </a:pPr>
            <a:r>
              <a:t>DN1: cron (emits intention: run job now)</a:t>
            </a:r>
          </a:p>
          <a:p>
            <a:pPr>
              <a:defRPr sz="1600"/>
            </a:pPr>
            <a:r>
              <a:t>Object: filesystem (/tmp/intentix) where script writes pulse.trigger (reflects pulse)</a:t>
            </a:r>
          </a:p>
          <a:p>
            <a:pPr>
              <a:defRPr sz="1600"/>
            </a:pPr>
            <a:r>
              <a:t>DN2: producer script (absorbs cron intention, writes pulse.log &amp; pulse.trigger, emits 'result ready')</a:t>
            </a:r>
          </a:p>
          <a:p>
            <a:pPr>
              <a:defRPr sz="1600"/>
            </a:pPr>
            <a:r>
              <a:t>DN3: consumer script (watches /tmp/intentix/pulse.trigger, absorbs intention, processes log)</a:t>
            </a:r>
          </a:p>
          <a:p>
            <a:pPr>
              <a:defRPr sz="1600"/>
            </a:pPr>
            <a:r>
              <a:t>This is DN → I → O → I → DN in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t>Day 1 — Linux Q&amp;A    •    Slide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