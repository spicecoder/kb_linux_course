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0" r:id="rId3"/>
    <p:sldId id="269" r:id="rId4"/>
    <p:sldId id="257" r:id="rId5"/>
    <p:sldId id="271" r:id="rId6"/>
    <p:sldId id="267" r:id="rId7"/>
    <p:sldId id="268" r:id="rId8"/>
    <p:sldId id="272" r:id="rId9"/>
    <p:sldId id="273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7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291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D2B45A-91AE-4BFF-B50C-0439ADA6CD8C}" type="datetimeFigureOut">
              <a:rPr lang="en-AU" smtClean="0"/>
              <a:t>8/11/2025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EB11E-93E6-4D3F-AE59-CDEF210DB5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223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Lead with the short definition and emphasize 'purpose, provenance, constraints'.</a:t>
            </a:r>
          </a:p>
          <a:p>
            <a:r>
              <a:t>- Explain why traditional abstractions ignored explicit intention: they focused on HOW (mechanics), not WHY (purpose).</a:t>
            </a:r>
          </a:p>
          <a:p>
            <a:r>
              <a:t>- Give an example: a write() syscall vs an intentioned write that carries consent/audit tags; how receivers may behave differently when intent metadata is present.</a:t>
            </a:r>
          </a:p>
          <a:p>
            <a:r>
              <a:t>- Walk the quick mapping with a simple example: user requests sync → service emits intent 'sync', object (file) reflects pulse, downstream consumer acts differently because intent indicates 'manual correction' vs 'automated sync'.</a:t>
            </a:r>
          </a:p>
          <a:p>
            <a:r>
              <a:t>- Tip for presenters: ask the audience for a 30-second example of an intention they've recently performed (e.g., 'I meant to archive this file').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endParaRPr/>
          </a:p>
          <a:p>
            <a:r>
              <a:t>Introduce the idea: present boot as a sequence of processes that create or read object-states and emit implicit intentions.</a:t>
            </a:r>
          </a:p>
          <a:p>
            <a:r>
              <a:t>Explain mapping template briefly with a small example (firmware emits hardware.initialized intent recorded in firmware tables).</a:t>
            </a:r>
          </a:p>
          <a:p>
            <a:r>
              <a:t>Tell students we'll later annotate journalctl/dmesg output with this mapping.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endParaRPr/>
          </a:p>
          <a:p>
            <a:r>
              <a:t>Walk each step slowly. For each bullet: read the process line, point to the object that changes, and ask students 'who would absorb this intent?'</a:t>
            </a:r>
          </a:p>
          <a:p>
            <a:r>
              <a:t>Highlight transitions: persistent disk -&gt; volatile RAM (where kernel opens gates). Emphasize that DNs do not call each other directly.</a:t>
            </a:r>
          </a:p>
          <a:p>
            <a:r>
              <a:t>Suggest live demo: run 'journalctl -b' and pick lines to annotate with DN/I/O mapping.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For each bullet, give a short concrete example:</a:t>
            </a:r>
          </a:p>
          <a:p>
            <a:r>
              <a:t>  * Identity: intent envelope includes emitter and signature so receivers can verify provenance.</a:t>
            </a:r>
          </a:p>
          <a:p>
            <a:r>
              <a:t>  * Complexity: show how an intent header reduces mental load when reasoning about chains of services.</a:t>
            </a:r>
          </a:p>
          <a:p>
            <a:r>
              <a:t>  * Policy: describe consent field and TTL, and how a storage system could enforce them.</a:t>
            </a:r>
          </a:p>
          <a:p>
            <a:r>
              <a:t>  * Ethics: mention resource hints (cost budgets) and how they inform decisions (e.g., defer heavy processing).</a:t>
            </a:r>
          </a:p>
          <a:p>
            <a:r>
              <a:t>  * Operational: replacing noisy log tracing with intent_id-centric tracing reduces cognitive load for on-call teams.</a:t>
            </a:r>
          </a:p>
          <a:p>
            <a:r>
              <a:t>- Quick classroom exercise: ask teams to add a mock intent header to one API call and discuss what would change in downstream consumers.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Welcome — </a:t>
            </a:r>
            <a:r>
              <a:rPr lang="en-AU" dirty="0"/>
              <a:t>KB Linux Foundation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Adopted Linux Course </a:t>
            </a:r>
          </a:p>
          <a:p>
            <a:r>
              <a:rPr lang="en-AU" dirty="0"/>
              <a:t>For Intention Space 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253557" y="6400800"/>
            <a:ext cx="181652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rPr lang="en-AU" dirty="0"/>
              <a:t> KB Linux Foundation </a:t>
            </a:r>
            <a:r>
              <a:rPr dirty="0"/>
              <a:t>•  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14B7B50-9965-C72A-FEBB-ED1180AB5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409" y="623275"/>
            <a:ext cx="4318068" cy="5607882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F9BAC-1557-0B74-FCA7-9C05DDB6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Power on trigger</a:t>
            </a:r>
          </a:p>
        </p:txBody>
      </p:sp>
    </p:spTree>
    <p:extLst>
      <p:ext uri="{BB962C8B-B14F-4D97-AF65-F5344CB8AC3E}">
        <p14:creationId xmlns:p14="http://schemas.microsoft.com/office/powerpoint/2010/main" val="700539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3A91C-529C-C635-C2C2-332C2353A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Boot Process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9ED9E9ED-E9FA-047F-D5E3-899378EFB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9881" y="643466"/>
            <a:ext cx="3995570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968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013" y="327026"/>
            <a:ext cx="3290887" cy="2287588"/>
          </a:xfrm>
        </p:spPr>
        <p:txBody>
          <a:bodyPr anchor="ctr">
            <a:normAutofit/>
          </a:bodyPr>
          <a:lstStyle/>
          <a:p>
            <a:r>
              <a:rPr lang="en-AU" sz="3600" dirty="0"/>
              <a:t>How To Break Down The Booting Process into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982" y="327026"/>
            <a:ext cx="7485413" cy="228758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Recognizing processes (DNs), interactions (Intentions) and the runtime contexts (Objects / Fields)."</a:t>
            </a:r>
          </a:p>
          <a:p>
            <a:endParaRPr lang="en-US" sz="1800" dirty="0"/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48AA0703-5075-5BD0-C51E-9D4A806B18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1" b="8308"/>
          <a:stretch>
            <a:fillRect/>
          </a:stretch>
        </p:blipFill>
        <p:spPr>
          <a:xfrm>
            <a:off x="-9168" y="2763151"/>
            <a:ext cx="12201168" cy="4093262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  <p:sp>
        <p:nvSpPr>
          <p:cNvPr id="5" name="TextBox 4"/>
          <p:cNvSpPr txBox="1"/>
          <p:nvPr/>
        </p:nvSpPr>
        <p:spPr>
          <a:xfrm>
            <a:off x="9750490" y="6400800"/>
            <a:ext cx="23195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i="1">
                <a:solidFill>
                  <a:srgbClr val="787878"/>
                </a:solidFill>
              </a:defRPr>
            </a:pPr>
            <a:r>
              <a:rPr lang="en-AU" sz="1000"/>
              <a:t>KB Linux Foundation •    Slide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Intention — the explicit signal in the communication tunnel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50"/>
            </a:pPr>
            <a:r>
              <a:t>Definition: a directed, context-laden signal (a pulse) that asks for action or announces state — carries purpose, provenance and constraints.</a:t>
            </a:r>
          </a:p>
          <a:p>
            <a:pPr>
              <a:defRPr sz="1450"/>
            </a:pPr>
            <a:r>
              <a:t>Why it was invisible: OS/network abstractions emphasized mechanics (bytes, calls, packets) not purpose; intent lived implicitly in protocols or human policy.</a:t>
            </a:r>
          </a:p>
          <a:p>
            <a:pPr>
              <a:defRPr sz="1450"/>
            </a:pPr>
            <a:r>
              <a:t>What Intention adds: surfaces the *why* — who wanted it, under what conditions, and what contract governs the result.</a:t>
            </a:r>
          </a:p>
          <a:p>
            <a:pPr>
              <a:defRPr sz="1450"/>
            </a:pPr>
            <a:r>
              <a:t>Quick mapping: DN emits Intention (who, why, constraints) → Object reflects Pulse → DN absorbs and acts — Intention makes the chain explainable.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i="1">
                <a:solidFill>
                  <a:srgbClr val="6E6E6E"/>
                </a:solidFill>
              </a:defRPr>
            </a:pPr>
            <a:r>
              <a:t>Intention Space — Intention Slides    •    Slide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Linux Boot — an Intention Space Mapping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8993" y="1412489"/>
            <a:ext cx="2926080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pPr>
            <a:r>
              <a:rPr lang="en-US" sz="1700"/>
              <a:t>Map each boot phase as: Process → Object (state) → Emitting DN → Intention (pulse) → Absorbing DN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pPr>
            <a:r>
              <a:rPr lang="en-US" sz="1700"/>
              <a:t>Objects mediate: disk sectors, firmware tables, memory regions, sockets act as reflectors of pulses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pPr>
            <a:r>
              <a:rPr lang="en-US" sz="1700"/>
              <a:t>Distinguish persistent (disk/flash) vs volatile (RAM/initramfs) objects; both are part of the Field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pPr>
            <a:r>
              <a:rPr lang="en-US" sz="1700"/>
              <a:t>Design exercise: annotate boot logs with DN/I/O chains to expose implicit intentions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Boot Steps — Detailed Intention Mapping</a:t>
            </a:r>
            <a:r>
              <a:rPr lang="en-AU" dirty="0"/>
              <a:t> from  </a:t>
            </a:r>
            <a:r>
              <a:rPr lang="en-AU" dirty="0" err="1"/>
              <a:t>journalctl</a:t>
            </a:r>
            <a:r>
              <a:rPr lang="en-AU" dirty="0"/>
              <a:t> -b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1250"/>
            </a:pPr>
            <a:r>
              <a:t>1. Power On → Firmware (BIOS/UEFI) — Process: POST, device init</a:t>
            </a:r>
            <a:br/>
            <a:r>
              <a:t>Object: firmware tables, reset vector</a:t>
            </a:r>
            <a:br/>
            <a:r>
              <a:t>Emitter DN: firmware</a:t>
            </a:r>
            <a:br/>
            <a:r>
              <a:t>Intent: hardware.initialized</a:t>
            </a:r>
            <a:br/>
            <a:r>
              <a:t>Absorber: boot device controller/bootloader</a:t>
            </a:r>
          </a:p>
          <a:p>
            <a:pPr>
              <a:defRPr sz="1250"/>
            </a:pPr>
            <a:r>
              <a:t>2. MBR / EFI Partition read — Process: read boot image</a:t>
            </a:r>
            <a:br/>
            <a:r>
              <a:t>Object: disk partition/MBR (persistent)</a:t>
            </a:r>
            <a:br/>
            <a:r>
              <a:t>Emitter DN: firmware/disk controller</a:t>
            </a:r>
            <a:br/>
            <a:r>
              <a:t>Intent: boot.image.found</a:t>
            </a:r>
            <a:br/>
            <a:r>
              <a:t>Absorber: bootloader</a:t>
            </a:r>
          </a:p>
          <a:p>
            <a:pPr>
              <a:defRPr sz="1250"/>
            </a:pPr>
            <a:r>
              <a:t>3. Bootloader (GRUB) runs — Process: choose kernel, load into RAM</a:t>
            </a:r>
            <a:br/>
            <a:r>
              <a:t>Object: kernel image in memory, kernel-params</a:t>
            </a:r>
            <a:br/>
            <a:r>
              <a:t>Emitter DN: bootloader</a:t>
            </a:r>
            <a:br/>
            <a:r>
              <a:t>Intent: kernel.load.request</a:t>
            </a:r>
            <a:br/>
            <a:r>
              <a:t>Absorber: kernel init code</a:t>
            </a:r>
          </a:p>
          <a:p>
            <a:pPr>
              <a:defRPr sz="1250"/>
            </a:pPr>
            <a:r>
              <a:t>4. Kernel init into RAM — Process: decompress, probe drivers, set irq/syscall tables</a:t>
            </a:r>
            <a:br/>
            <a:r>
              <a:t>Object: kernel-in-memory, interrupt vectors (open gates)</a:t>
            </a:r>
            <a:br/>
            <a:r>
              <a:t>Emitter DN: kernel</a:t>
            </a:r>
            <a:br/>
            <a:r>
              <a:t>Intent: kernel.ready_for_init</a:t>
            </a:r>
            <a:br/>
            <a:r>
              <a:t>Absorber: initramfs/init</a:t>
            </a:r>
          </a:p>
          <a:p>
            <a:pPr>
              <a:defRPr sz="1250"/>
            </a:pPr>
            <a:r>
              <a:t>5. initramfs &amp; pivot to root — Process: mount root fs, load drivers</a:t>
            </a:r>
            <a:br/>
            <a:r>
              <a:t>Object: rootfs mounted, /dev populated</a:t>
            </a:r>
            <a:br/>
            <a:r>
              <a:t>Emitter DN: initramfs</a:t>
            </a:r>
            <a:br/>
            <a:r>
              <a:t>Intent: rootfs.mounted, drivers.loaded</a:t>
            </a:r>
            <a:br/>
            <a:r>
              <a:t>Absorber: init (systemd)</a:t>
            </a:r>
          </a:p>
          <a:p>
            <a:pPr>
              <a:defRPr sz="1250"/>
            </a:pPr>
            <a:r>
              <a:t>6. /sbin/init (systemd) starts services — Process: start units, open sockets</a:t>
            </a:r>
            <a:br/>
            <a:r>
              <a:t>Object: unit states, sockets, PID1</a:t>
            </a:r>
            <a:br/>
            <a:r>
              <a:t>Emitter DN: systemd/init</a:t>
            </a:r>
            <a:br/>
            <a:r>
              <a:t>Intent: service.start, socket.listen</a:t>
            </a:r>
            <a:br/>
            <a:r>
              <a:t>Absorber: service processes (sshd, NetworkManager)</a:t>
            </a:r>
          </a:p>
          <a:p>
            <a:pPr>
              <a:defRPr sz="1250"/>
            </a:pPr>
            <a:r>
              <a:t>7. Login → user shell / GUI — Process: getty/login, session created</a:t>
            </a:r>
            <a:br/>
            <a:r>
              <a:t>Object: session token, tty/gui state</a:t>
            </a:r>
            <a:br/>
            <a:r>
              <a:t>Emitter DN: login manager</a:t>
            </a:r>
            <a:br/>
            <a:r>
              <a:t>Intent: session.created</a:t>
            </a:r>
            <a:br/>
            <a:r>
              <a:t>Absorber: shell/desktop DN and human DN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i="1">
                <a:solidFill>
                  <a:srgbClr val="6E6E6E"/>
                </a:solidFill>
              </a:defRPr>
            </a:pPr>
            <a:r>
              <a:t>Boot -&gt; Intention Space    •    Slide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recognising Intention matters today (identity, complexity, ethics)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50"/>
            </a:pPr>
            <a:r>
              <a:t>Identity &amp; provenance: explicit intentions carry origin and context (who/role/time) — crucial for accountability.</a:t>
            </a:r>
          </a:p>
          <a:p>
            <a:pPr>
              <a:defRPr sz="1350"/>
            </a:pPr>
            <a:r>
              <a:t>Complexity management: intentions compress contract info so many DNs can reason about sequencing and side-effects.</a:t>
            </a:r>
          </a:p>
          <a:p>
            <a:pPr>
              <a:defRPr sz="1350"/>
            </a:pPr>
            <a:r>
              <a:t>Policy &amp; consent: attach consent/constraints to intentions (TTL, allowed uses) so objects and DNs can enforce policy automatically.</a:t>
            </a:r>
          </a:p>
          <a:p>
            <a:pPr>
              <a:defRPr sz="1350"/>
            </a:pPr>
            <a:r>
              <a:t>Social &amp; environmental ethics: intentions let designers predict impact (resource cost, privacy exposure) before execution.</a:t>
            </a:r>
          </a:p>
          <a:p>
            <a:pPr>
              <a:defRPr sz="1350"/>
            </a:pPr>
            <a:r>
              <a:t>Operational gains: better tracing, noiseless debugging (trace intentions rather than raw logs), and safer composability.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i="1">
                <a:solidFill>
                  <a:srgbClr val="6E6E6E"/>
                </a:solidFill>
              </a:defRPr>
            </a:pPr>
            <a:r>
              <a:t>Intention Space — Intention Slides    •    Slide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28AA-20BD-5861-F30C-7B98C097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E3854-F237-BF3E-179A-FB9449974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Distro</a:t>
            </a:r>
          </a:p>
          <a:p>
            <a:r>
              <a:rPr lang="en-AU" dirty="0"/>
              <a:t>Upstream</a:t>
            </a:r>
          </a:p>
          <a:p>
            <a:r>
              <a:rPr lang="en-AU" dirty="0"/>
              <a:t>Downstream</a:t>
            </a:r>
          </a:p>
          <a:p>
            <a:r>
              <a:rPr lang="en-AU" dirty="0"/>
              <a:t>Kernel</a:t>
            </a:r>
          </a:p>
          <a:p>
            <a:r>
              <a:rPr lang="en-AU" dirty="0"/>
              <a:t>Bootloader</a:t>
            </a:r>
          </a:p>
          <a:p>
            <a:r>
              <a:rPr lang="en-AU" dirty="0"/>
              <a:t>Bios</a:t>
            </a:r>
          </a:p>
          <a:p>
            <a:r>
              <a:rPr lang="en-AU" dirty="0"/>
              <a:t>Userland</a:t>
            </a:r>
          </a:p>
        </p:txBody>
      </p:sp>
    </p:spTree>
    <p:extLst>
      <p:ext uri="{BB962C8B-B14F-4D97-AF65-F5344CB8AC3E}">
        <p14:creationId xmlns:p14="http://schemas.microsoft.com/office/powerpoint/2010/main" val="294872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9FF1A-3A85-A22B-E873-DCF3F7EF2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commands by category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B74BD-F6C3-548F-5E3F-550BD8FB6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AU" b="1" dirty="0"/>
              <a:t>Quick reference:  </a:t>
            </a:r>
          </a:p>
          <a:p>
            <a:r>
              <a:rPr lang="en-AU" dirty="0"/>
              <a:t>FS &amp; files: ls, cd, cp, mv, rm, </a:t>
            </a:r>
            <a:r>
              <a:rPr lang="en-AU" dirty="0" err="1"/>
              <a:t>chmod</a:t>
            </a:r>
            <a:r>
              <a:rPr lang="en-AU" dirty="0"/>
              <a:t>, </a:t>
            </a:r>
            <a:r>
              <a:rPr lang="en-AU" dirty="0" err="1"/>
              <a:t>chown</a:t>
            </a:r>
            <a:r>
              <a:rPr lang="en-AU" dirty="0"/>
              <a:t>, mount, </a:t>
            </a:r>
            <a:r>
              <a:rPr lang="en-AU" dirty="0" err="1"/>
              <a:t>umount</a:t>
            </a:r>
            <a:r>
              <a:rPr lang="en-AU" dirty="0"/>
              <a:t>, </a:t>
            </a:r>
            <a:r>
              <a:rPr lang="en-AU" dirty="0" err="1"/>
              <a:t>df</a:t>
            </a:r>
            <a:r>
              <a:rPr lang="en-AU" dirty="0"/>
              <a:t>, du</a:t>
            </a:r>
          </a:p>
          <a:p>
            <a:r>
              <a:rPr lang="en-AU" dirty="0"/>
              <a:t>Processes &amp; services: </a:t>
            </a:r>
            <a:r>
              <a:rPr lang="en-AU" dirty="0" err="1"/>
              <a:t>ps</a:t>
            </a:r>
            <a:r>
              <a:rPr lang="en-AU" dirty="0"/>
              <a:t>, top, </a:t>
            </a:r>
            <a:r>
              <a:rPr lang="en-AU" dirty="0" err="1"/>
              <a:t>htop</a:t>
            </a:r>
            <a:r>
              <a:rPr lang="en-AU" dirty="0"/>
              <a:t>, </a:t>
            </a:r>
            <a:r>
              <a:rPr lang="en-AU" dirty="0" err="1"/>
              <a:t>pgrep</a:t>
            </a:r>
            <a:r>
              <a:rPr lang="en-AU" dirty="0"/>
              <a:t>, </a:t>
            </a:r>
            <a:r>
              <a:rPr lang="en-AU" dirty="0" err="1"/>
              <a:t>pkill</a:t>
            </a:r>
            <a:r>
              <a:rPr lang="en-AU" dirty="0"/>
              <a:t>, </a:t>
            </a:r>
            <a:r>
              <a:rPr lang="en-AU" dirty="0" err="1"/>
              <a:t>systemctl</a:t>
            </a:r>
            <a:r>
              <a:rPr lang="en-AU" dirty="0"/>
              <a:t>, </a:t>
            </a:r>
            <a:r>
              <a:rPr lang="en-AU" dirty="0" err="1"/>
              <a:t>journalctl</a:t>
            </a:r>
            <a:endParaRPr lang="en-AU" dirty="0"/>
          </a:p>
          <a:p>
            <a:r>
              <a:rPr lang="en-AU" dirty="0"/>
              <a:t>Networking: </a:t>
            </a:r>
            <a:r>
              <a:rPr lang="en-AU" dirty="0" err="1"/>
              <a:t>ip</a:t>
            </a:r>
            <a:r>
              <a:rPr lang="en-AU" dirty="0"/>
              <a:t>, ss, ping, curl, dig, </a:t>
            </a:r>
            <a:r>
              <a:rPr lang="en-AU" dirty="0" err="1"/>
              <a:t>tcpdump</a:t>
            </a:r>
            <a:r>
              <a:rPr lang="en-AU" dirty="0"/>
              <a:t> (optional)</a:t>
            </a:r>
          </a:p>
          <a:p>
            <a:r>
              <a:rPr lang="en-AU" dirty="0"/>
              <a:t>Packaging: apt, </a:t>
            </a:r>
            <a:r>
              <a:rPr lang="en-AU" dirty="0" err="1"/>
              <a:t>dpkg</a:t>
            </a:r>
            <a:r>
              <a:rPr lang="en-AU" dirty="0"/>
              <a:t>, </a:t>
            </a:r>
            <a:r>
              <a:rPr lang="en-AU" dirty="0" err="1"/>
              <a:t>dnf</a:t>
            </a:r>
            <a:r>
              <a:rPr lang="en-AU" dirty="0"/>
              <a:t>, rpm</a:t>
            </a:r>
          </a:p>
          <a:p>
            <a:r>
              <a:rPr lang="en-AU" dirty="0"/>
              <a:t>Text &amp; search: grep, awk, sed, find, locate, man</a:t>
            </a:r>
          </a:p>
          <a:p>
            <a:r>
              <a:rPr lang="en-AU" dirty="0"/>
              <a:t>Shell &amp; scripting: bash, </a:t>
            </a:r>
            <a:r>
              <a:rPr lang="en-AU" dirty="0" err="1"/>
              <a:t>chmod</a:t>
            </a:r>
            <a:r>
              <a:rPr lang="en-AU" dirty="0"/>
              <a:t> +x, crontab, set -</a:t>
            </a:r>
            <a:r>
              <a:rPr lang="en-AU" dirty="0" err="1"/>
              <a:t>euo</a:t>
            </a:r>
            <a:r>
              <a:rPr lang="en-AU" dirty="0"/>
              <a:t> </a:t>
            </a:r>
            <a:r>
              <a:rPr lang="en-AU" dirty="0" err="1"/>
              <a:t>pipefail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6037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7F22-73D5-EF41-264E-8976CCA1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</a:t>
            </a:r>
            <a:r>
              <a:rPr lang="en-AU" dirty="0" err="1"/>
              <a:t>prac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9845D-9688-2CC9-0B43-43AE34827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US" b="1" dirty="0"/>
              <a:t>id -u</a:t>
            </a:r>
            <a:br>
              <a:rPr lang="en-US" dirty="0"/>
            </a:br>
            <a:r>
              <a:rPr lang="en-US" dirty="0"/>
              <a:t>Prints your numeric user ID (1000 in your case).</a:t>
            </a:r>
          </a:p>
          <a:p>
            <a:r>
              <a:rPr lang="en-AU" dirty="0" err="1"/>
              <a:t>Whoami</a:t>
            </a:r>
            <a:endParaRPr lang="en-AU" dirty="0"/>
          </a:p>
          <a:p>
            <a:r>
              <a:rPr lang="en-AU" dirty="0"/>
              <a:t>cat</a:t>
            </a:r>
          </a:p>
          <a:p>
            <a:r>
              <a:rPr lang="en-AU" dirty="0"/>
              <a:t> grep "$(</a:t>
            </a:r>
            <a:r>
              <a:rPr lang="en-AU" dirty="0" err="1"/>
              <a:t>whoami</a:t>
            </a:r>
            <a:r>
              <a:rPr lang="en-AU" dirty="0"/>
              <a:t>)" /etc/passwd</a:t>
            </a:r>
          </a:p>
          <a:p>
            <a:r>
              <a:rPr lang="en-US" dirty="0"/>
              <a:t>pronabpartha:x:1000:1003::/home/</a:t>
            </a:r>
            <a:r>
              <a:rPr lang="en-US" dirty="0" err="1"/>
              <a:t>pronabpartha</a:t>
            </a:r>
            <a:r>
              <a:rPr lang="en-US" dirty="0"/>
              <a:t>:/bin/bash</a:t>
            </a:r>
            <a:endParaRPr lang="en-AU" dirty="0"/>
          </a:p>
          <a:p>
            <a:r>
              <a:rPr lang="en-US" dirty="0"/>
              <a:t>This line defines a user named </a:t>
            </a:r>
            <a:r>
              <a:rPr lang="en-US" dirty="0" err="1"/>
              <a:t>pronabpartha</a:t>
            </a:r>
            <a:r>
              <a:rPr lang="en-US" dirty="0"/>
              <a:t> with UID 1000, belonging to GID 1003, using /bin/bash as their login shell and having their home directory at /home/</a:t>
            </a:r>
            <a:r>
              <a:rPr lang="en-US" dirty="0" err="1"/>
              <a:t>pronabpartha</a:t>
            </a:r>
            <a:r>
              <a:rPr lang="en-US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1178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1481</TotalTime>
  <Words>1351</Words>
  <Application>Microsoft Office PowerPoint</Application>
  <PresentationFormat>Widescreen</PresentationFormat>
  <Paragraphs>83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Welcome — KB Linux Foundation</vt:lpstr>
      <vt:lpstr>Power on trigger</vt:lpstr>
      <vt:lpstr>Boot Process</vt:lpstr>
      <vt:lpstr>How To Break Down The Booting Process into Steps</vt:lpstr>
      <vt:lpstr>Intention — the explicit signal in the communication tunnel</vt:lpstr>
      <vt:lpstr>Linux Boot — an Intention Space Mapping (Overview)</vt:lpstr>
      <vt:lpstr>Boot Steps — Detailed Intention Mapping from  journalctl -b</vt:lpstr>
      <vt:lpstr>Why recognising Intention matters today (identity, complexity, ethics)</vt:lpstr>
      <vt:lpstr>keywords</vt:lpstr>
      <vt:lpstr>commands by category</vt:lpstr>
      <vt:lpstr>Quick prac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Pronab Pal</dc:creator>
  <cp:keywords/>
  <dc:description>generated using python-pptx</dc:description>
  <cp:lastModifiedBy>Pronab Pal</cp:lastModifiedBy>
  <cp:revision>6</cp:revision>
  <dcterms:created xsi:type="dcterms:W3CDTF">2013-01-27T09:14:16Z</dcterms:created>
  <dcterms:modified xsi:type="dcterms:W3CDTF">2025-11-09T05:00:32Z</dcterms:modified>
  <cp:category/>
</cp:coreProperties>
</file>